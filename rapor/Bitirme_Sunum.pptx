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1097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9FC0E0"/>
                </a:solidFill>
                <a:latin typeface="Calibri"/>
              </a:rPr>
              <a:t>Yapay Zeka Destekli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İşletme ve Cihaz Bakım Yönetim Sistemi</a:t>
            </a:r>
          </a:p>
          <a:p>
            <a:pPr algn="l"/>
            <a:r>
              <a:rPr sz="1800" b="0" i="1">
                <a:solidFill>
                  <a:srgbClr val="C8D8E8"/>
                </a:solidFill>
                <a:latin typeface="Calibri"/>
              </a:rPr>
              <a:t>Web + Mobil + Yapay Zeka Servisi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Hazırlayan: [ ADINIZ SOYADINIZ ]   |   Öğrenci No: [ NUMARANIZ ]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Danışman: [ DANIŞMAN ÖĞRETİM ÜYESİ ]</a:t>
            </a:r>
          </a:p>
          <a:p>
            <a:pPr algn="l"/>
            <a:r>
              <a:rPr sz="1400" b="0" i="1">
                <a:solidFill>
                  <a:srgbClr val="C8D8E8"/>
                </a:solidFill>
                <a:latin typeface="Calibri"/>
              </a:rPr>
              <a:t>Bitirme Projesi — Haziran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ve Amaç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Problem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Cihaz bakım/servis işletmeleri süreçleri kağıt, Excel ve kopuk araçlarla yürütüyor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Periyodik bakım tarihleri unutuluyor → müşteri kaybı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Satış, borç, tahsilat ve saha görevleri denetlenemiyor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Amaç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Tüm süreçleri tek sistemde toplayan, web + mobil, çok kullanıcılı ve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yapay zeka ile zenginleştirilmiş bir işletme yönetim sistemi geliştirmek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2E6DA4"/>
                </a:solidFill>
                <a:latin typeface="Calibri"/>
              </a:rPr>
              <a:t>Tek işletme değil; kayıt olan birden çok işletmeye verileri yalıtarak hizmet verir (multi-tenant).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Çözüm — Sistem Neler Yapıyor?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Müşteri, ürün, satış, bakım ve görev yönetimi tek panelde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Yaklaşan bakımların otomatik e-posta ile hatırlatılması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Sahadaki teknisyen için mobil uygulama: fotoğraflı iş kanıtı + navigasyon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Gelir-gider, fatura (PDF), raporlama (PDF/Excel)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Harita üzerinde müşteri konumları ve rota optimizasyonu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5 ayrı yapay zeka destekli özellik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Kullanılan Teknolojiler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Backend: ASP.NET Core (.NET 10) Web API + Entity Framework Core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Veritabanı: PostgreSQL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Web: React 19 + Vite + TailwindCSS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Mobil: React Native (Expo) — Android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Yapay Zeka: Python + FastAPI mikroservisi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Makine Öğrenmesi: scikit-learn (Random Forest)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Büyük Dil Modeli: Google Gemini (görüntü, ses, metin)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Diğer: JWT, Hangfire, MailKit, QuestPDF, Leaflet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2E6DA4"/>
                </a:solidFill>
                <a:latin typeface="Calibri"/>
              </a:rPr>
              <a:t>Her bileşen kendi güçlü olduğu alanda: tablo verisi için klasik ML, görüntü/ses/metin için LLM.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Sistem Mimarisi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3 istemci → tek merkezî REST API → PostgreSQL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Web paneli, Android mobil uygulaması, Yapay Zeka servisi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Backend N-katmanlı (Clean Architecture):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Domain → Application → Infrastructure → API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Controller arayüzü çağırır; somut servis Infrastructure'da (dependency inversion)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2E6DA4"/>
                </a:solidFill>
                <a:latin typeface="Calibri"/>
              </a:rPr>
              <a:t>Katmanların ayrılması → test edilebilir, bakımı kolay, genişletilebilir kod.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029200" cy="4389120"/>
          </a:xfrm>
          <a:prstGeom prst="rect">
            <a:avLst/>
          </a:prstGeom>
          <a:solidFill>
            <a:srgbClr val="ECF1F7"/>
          </a:solidFill>
          <a:ln w="190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2E6DA4"/>
                </a:solidFill>
              </a:rPr>
              <a:t>[ EKRAN GÖRÜNTÜSÜ:
Mimari şeması
(Web+Mobil+AI → API → DB)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Çok Kiracılı Yapı ve Güvenlik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Multi-tenant: her kayıt bir IsletmeId taşır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EF Core global sorgu filtresi → her sorgu otomatik işletmeye göre süzülür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Bir işletme başka işletmenin verisini ASLA göremez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JWT tabanlı kimlik doğrulama, parolalar hash'li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Rol bazlı yetkilendirme: Yönetici / Satış Danışmanı / Teknisyen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Dosya yükleme: boyut sınırı + içerik (magic-byte) doğrulaması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Merkezî hata yönetimi (uygun HTTP kodu + TraceId)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Modüller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Gösterge Paneli (Dashboard) — özet + grafikler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Müşteri / Ürün / Satış yönetimi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Bakım &amp; Servis takibi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Görev yönetimi (mobil iş kanıtı)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Gelir-Gider / Fatura / Raporlama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Harita ve konum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029200" cy="4389120"/>
          </a:xfrm>
          <a:prstGeom prst="rect">
            <a:avLst/>
          </a:prstGeom>
          <a:solidFill>
            <a:srgbClr val="ECF1F7"/>
          </a:solidFill>
          <a:ln w="190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2E6DA4"/>
                </a:solidFill>
              </a:rPr>
              <a:t>[ EKRAN GÖRÜNTÜSÜ:
Dashboard veya
bir modül ekranı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★  5 Yapay Zeka Özelliği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9FC0E0"/>
                </a:solidFill>
              </a:rPr>
              <a:t>1. Arıza Riski Tahmini  —  </a:t>
            </a:r>
            <a:r>
              <a:rPr sz="1800">
                <a:solidFill>
                  <a:srgbClr val="FFFFFF"/>
                </a:solidFill>
              </a:rPr>
              <a:t>Makine öğrenmesi (Random Forest) — cihazın arıza riskini hesaplar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9FC0E0"/>
                </a:solidFill>
              </a:rPr>
              <a:t>2. Fatura Okuma (OCR)  —  </a:t>
            </a:r>
            <a:r>
              <a:rPr sz="1800">
                <a:solidFill>
                  <a:srgbClr val="FFFFFF"/>
                </a:solidFill>
              </a:rPr>
              <a:t>Gemini Vision — fatura görselinden firma/tarih/tutar/kalem çıkarır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9FC0E0"/>
                </a:solidFill>
              </a:rPr>
              <a:t>3. Sesle Rapor  —  </a:t>
            </a:r>
            <a:r>
              <a:rPr sz="1800">
                <a:solidFill>
                  <a:srgbClr val="FFFFFF"/>
                </a:solidFill>
              </a:rPr>
              <a:t>Teknisyenin sesi → yazıya + profesyonel teknik rapora dönüştürülür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9FC0E0"/>
                </a:solidFill>
              </a:rPr>
              <a:t>4. Cihaz Foto Arıza Analizi  —  </a:t>
            </a:r>
            <a:r>
              <a:rPr sz="1800">
                <a:solidFill>
                  <a:srgbClr val="FFFFFF"/>
                </a:solidFill>
              </a:rPr>
              <a:t>Gemini Vision — arızalı cihaz fotoğrafından Türkçe analiz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9FC0E0"/>
                </a:solidFill>
              </a:rPr>
              <a:t>5. Rota Optimizasyonu  —  </a:t>
            </a:r>
            <a:r>
              <a:rPr sz="1800">
                <a:solidFill>
                  <a:srgbClr val="FFFFFF"/>
                </a:solidFill>
              </a:rPr>
              <a:t>Teknisyenin günlük durakları en kısa rotaya dizilir (TSP)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D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▶  CANLI DEMO</a:t>
            </a:r>
          </a:p>
          <a:p>
            <a:pPr algn="ctr"/>
            <a:r>
              <a:rPr sz="2000" b="0" i="0">
                <a:solidFill>
                  <a:srgbClr val="E0ECF7"/>
                </a:solidFill>
                <a:latin typeface="Calibri"/>
              </a:rPr>
              <a:t>Giriş · Dashboard · Bakım &amp; Günün Rotası · AI özellikleri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Sonuç ve Gelecek Çalışmalar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Sonuç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Web + mobil + AI bileşenli, çok kullanıcılı bütünleşik sistem geliştirildi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Katmanlı mimari + çok kiracılı yalıtım + rol bazlı güvenlik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•  Gelecek Çalışmalar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AI modelinin gerçek işletme verisiyle yeniden eğitilmesi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EF Core Migrations'a geçiş, otomatik test ve CI/CD</a:t>
            </a:r>
          </a:p>
          <a:p>
            <a:pPr algn="l" lvl="1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–  iOS uygulaması ve müşteri self-servis randevu portalı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Teşekkür Ederim</a:t>
            </a:r>
          </a:p>
          <a:p>
            <a:pPr algn="ctr"/>
            <a:r>
              <a:rPr sz="2400" b="0" i="0">
                <a:solidFill>
                  <a:srgbClr val="9FC0E0"/>
                </a:solidFill>
                <a:latin typeface="Calibri"/>
              </a:rPr>
              <a:t>Sorularınız?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